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60" r:id="rId5"/>
  </p:sldIdLst>
  <p:sldSz cx="28800425" cy="43200638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1pPr>
    <a:lvl2pPr marL="609493"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2pPr>
    <a:lvl3pPr marL="1218987"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3pPr>
    <a:lvl4pPr marL="1828480"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4pPr>
    <a:lvl5pPr marL="2437973"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5pPr>
    <a:lvl6pPr marL="3047467" algn="l" defTabSz="1218987" rtl="0" eaLnBrk="1" latinLnBrk="0" hangingPunct="1">
      <a:defRPr sz="8132" kern="1200">
        <a:solidFill>
          <a:schemeClr val="tx1"/>
        </a:solidFill>
        <a:latin typeface="Arial" charset="0"/>
        <a:ea typeface="+mn-ea"/>
        <a:cs typeface="+mn-cs"/>
      </a:defRPr>
    </a:lvl6pPr>
    <a:lvl7pPr marL="3656960" algn="l" defTabSz="1218987" rtl="0" eaLnBrk="1" latinLnBrk="0" hangingPunct="1">
      <a:defRPr sz="8132" kern="1200">
        <a:solidFill>
          <a:schemeClr val="tx1"/>
        </a:solidFill>
        <a:latin typeface="Arial" charset="0"/>
        <a:ea typeface="+mn-ea"/>
        <a:cs typeface="+mn-cs"/>
      </a:defRPr>
    </a:lvl7pPr>
    <a:lvl8pPr marL="4266453" algn="l" defTabSz="1218987" rtl="0" eaLnBrk="1" latinLnBrk="0" hangingPunct="1">
      <a:defRPr sz="8132" kern="1200">
        <a:solidFill>
          <a:schemeClr val="tx1"/>
        </a:solidFill>
        <a:latin typeface="Arial" charset="0"/>
        <a:ea typeface="+mn-ea"/>
        <a:cs typeface="+mn-cs"/>
      </a:defRPr>
    </a:lvl8pPr>
    <a:lvl9pPr marL="4875947" algn="l" defTabSz="1218987" rtl="0" eaLnBrk="1" latinLnBrk="0" hangingPunct="1">
      <a:defRPr sz="8132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07" userDrawn="1">
          <p15:clr>
            <a:srgbClr val="A4A3A4"/>
          </p15:clr>
        </p15:guide>
        <p15:guide id="2" pos="907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FF0000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00DBB3-06E8-AB8F-5B6A-C577872516F5}" v="83" dt="2025-11-08T18:59:59.787"/>
    <p1510:client id="{EFFDBE41-8037-B9AA-677C-76E2948A03BC}" v="28" dt="2025-11-10T11:22:30.9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3607"/>
        <p:guide pos="9071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62137F34-5DDC-4C31-BA02-2277B1A4CE6D}" type="slidenum">
              <a:rPr lang="pt-BR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31608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286000" y="685800"/>
            <a:ext cx="228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937B61E2-BDFA-4896-B4A2-5CC42FC61C0E}" type="slidenum">
              <a:rPr lang="pt-BR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18531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09493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18987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28480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37973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34" charset="-128"/>
            </a:endParaRPr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1035EDA-CF5D-4260-93D3-A3EA22A42075}" type="slidenum">
              <a:rPr lang="pt-BR">
                <a:latin typeface="Calibri" pitchFamily="34" charset="0"/>
                <a:ea typeface="ＭＳ Ｐゴシック" pitchFamily="34" charset="-128"/>
              </a:rPr>
              <a:pPr/>
              <a:t>1</a:t>
            </a:fld>
            <a:endParaRPr lang="pt-BR">
              <a:latin typeface="Calibri" pitchFamily="34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1852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60880" y="13420305"/>
            <a:ext cx="24478668" cy="925939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319642" y="24480786"/>
            <a:ext cx="20161144" cy="11039316"/>
          </a:xfrm>
        </p:spPr>
        <p:txBody>
          <a:bodyPr/>
          <a:lstStyle>
            <a:lvl1pPr marL="0" indent="0" algn="ctr">
              <a:buNone/>
              <a:defRPr/>
            </a:lvl1pPr>
            <a:lvl2pPr marL="609539" indent="0" algn="ctr">
              <a:buNone/>
              <a:defRPr/>
            </a:lvl2pPr>
            <a:lvl3pPr marL="1219078" indent="0" algn="ctr">
              <a:buNone/>
              <a:defRPr/>
            </a:lvl3pPr>
            <a:lvl4pPr marL="1828617" indent="0" algn="ctr">
              <a:buNone/>
              <a:defRPr/>
            </a:lvl4pPr>
            <a:lvl5pPr marL="2438156" indent="0" algn="ctr">
              <a:buNone/>
              <a:defRPr/>
            </a:lvl5pPr>
            <a:lvl6pPr marL="3047695" indent="0" algn="ctr">
              <a:buNone/>
              <a:defRPr/>
            </a:lvl6pPr>
            <a:lvl7pPr marL="3657234" indent="0" algn="ctr">
              <a:buNone/>
              <a:defRPr/>
            </a:lvl7pPr>
            <a:lvl8pPr marL="4266773" indent="0" algn="ctr">
              <a:buNone/>
              <a:defRPr/>
            </a:lvl8pPr>
            <a:lvl9pPr marL="4876312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FD650F0-8AAD-48EF-B3D3-2345F45EF8B2}" type="slidenum">
              <a:rPr lang="pt-BR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DC96D8B-5E5D-4756-AFBB-3EBE1D3ED4DA}" type="slidenum">
              <a:rPr lang="pt-BR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75166" y="27761258"/>
            <a:ext cx="24480784" cy="8580021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275166" y="18309267"/>
            <a:ext cx="24480784" cy="9451991"/>
          </a:xfrm>
        </p:spPr>
        <p:txBody>
          <a:bodyPr anchor="b"/>
          <a:lstStyle>
            <a:lvl1pPr marL="0" indent="0">
              <a:buNone/>
              <a:defRPr sz="2666"/>
            </a:lvl1pPr>
            <a:lvl2pPr marL="609539" indent="0">
              <a:buNone/>
              <a:defRPr sz="2400"/>
            </a:lvl2pPr>
            <a:lvl3pPr marL="1219078" indent="0">
              <a:buNone/>
              <a:defRPr sz="2133"/>
            </a:lvl3pPr>
            <a:lvl4pPr marL="1828617" indent="0">
              <a:buNone/>
              <a:defRPr sz="1866"/>
            </a:lvl4pPr>
            <a:lvl5pPr marL="2438156" indent="0">
              <a:buNone/>
              <a:defRPr sz="1866"/>
            </a:lvl5pPr>
            <a:lvl6pPr marL="3047695" indent="0">
              <a:buNone/>
              <a:defRPr sz="1866"/>
            </a:lvl6pPr>
            <a:lvl7pPr marL="3657234" indent="0">
              <a:buNone/>
              <a:defRPr sz="1866"/>
            </a:lvl7pPr>
            <a:lvl8pPr marL="4266773" indent="0">
              <a:buNone/>
              <a:defRPr sz="1866"/>
            </a:lvl8pPr>
            <a:lvl9pPr marL="4876312" indent="0">
              <a:buNone/>
              <a:defRPr sz="1866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877B64-938F-41A7-B468-783CF163B3B2}" type="slidenum">
              <a:rPr lang="pt-BR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439175" y="10080573"/>
            <a:ext cx="12859449" cy="2851047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6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4501801" y="10080573"/>
            <a:ext cx="12859449" cy="2851047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6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F3C380-F25C-4E70-B099-B699EC5ADAC9}" type="slidenum">
              <a:rPr lang="pt-BR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439175" y="9669985"/>
            <a:ext cx="12726114" cy="402968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39" indent="0">
              <a:buNone/>
              <a:defRPr sz="2666" b="1"/>
            </a:lvl2pPr>
            <a:lvl3pPr marL="1219078" indent="0">
              <a:buNone/>
              <a:defRPr sz="2400" b="1"/>
            </a:lvl3pPr>
            <a:lvl4pPr marL="1828617" indent="0">
              <a:buNone/>
              <a:defRPr sz="2133" b="1"/>
            </a:lvl4pPr>
            <a:lvl5pPr marL="2438156" indent="0">
              <a:buNone/>
              <a:defRPr sz="2133" b="1"/>
            </a:lvl5pPr>
            <a:lvl6pPr marL="3047695" indent="0">
              <a:buNone/>
              <a:defRPr sz="2133" b="1"/>
            </a:lvl6pPr>
            <a:lvl7pPr marL="3657234" indent="0">
              <a:buNone/>
              <a:defRPr sz="2133" b="1"/>
            </a:lvl7pPr>
            <a:lvl8pPr marL="4266773" indent="0">
              <a:buNone/>
              <a:defRPr sz="2133" b="1"/>
            </a:lvl8pPr>
            <a:lvl9pPr marL="4876312" indent="0">
              <a:buNone/>
              <a:defRPr sz="2133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439175" y="13699675"/>
            <a:ext cx="12726114" cy="24891372"/>
          </a:xfrm>
        </p:spPr>
        <p:txBody>
          <a:bodyPr/>
          <a:lstStyle>
            <a:lvl1pPr>
              <a:defRPr sz="3200"/>
            </a:lvl1pPr>
            <a:lvl2pPr>
              <a:defRPr sz="2666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14630904" y="9669985"/>
            <a:ext cx="12730346" cy="402968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39" indent="0">
              <a:buNone/>
              <a:defRPr sz="2666" b="1"/>
            </a:lvl2pPr>
            <a:lvl3pPr marL="1219078" indent="0">
              <a:buNone/>
              <a:defRPr sz="2400" b="1"/>
            </a:lvl3pPr>
            <a:lvl4pPr marL="1828617" indent="0">
              <a:buNone/>
              <a:defRPr sz="2133" b="1"/>
            </a:lvl4pPr>
            <a:lvl5pPr marL="2438156" indent="0">
              <a:buNone/>
              <a:defRPr sz="2133" b="1"/>
            </a:lvl5pPr>
            <a:lvl6pPr marL="3047695" indent="0">
              <a:buNone/>
              <a:defRPr sz="2133" b="1"/>
            </a:lvl6pPr>
            <a:lvl7pPr marL="3657234" indent="0">
              <a:buNone/>
              <a:defRPr sz="2133" b="1"/>
            </a:lvl7pPr>
            <a:lvl8pPr marL="4266773" indent="0">
              <a:buNone/>
              <a:defRPr sz="2133" b="1"/>
            </a:lvl8pPr>
            <a:lvl9pPr marL="4876312" indent="0">
              <a:buNone/>
              <a:defRPr sz="2133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14630904" y="13699675"/>
            <a:ext cx="12730346" cy="24891372"/>
          </a:xfrm>
        </p:spPr>
        <p:txBody>
          <a:bodyPr/>
          <a:lstStyle>
            <a:lvl1pPr>
              <a:defRPr sz="3200"/>
            </a:lvl1pPr>
            <a:lvl2pPr>
              <a:defRPr sz="2666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11D1C0-6B5C-4B42-9BF5-9656ED25A1D6}" type="slidenum">
              <a:rPr lang="pt-BR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203E92E-70CD-434A-A365-47B3624C9D13}" type="slidenum">
              <a:rPr lang="pt-BR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EBB076-EF90-42B2-B80B-DD7B17B5D866}" type="slidenum">
              <a:rPr lang="pt-BR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39175" y="1720661"/>
            <a:ext cx="9475273" cy="7318627"/>
          </a:xfrm>
        </p:spPr>
        <p:txBody>
          <a:bodyPr anchor="b"/>
          <a:lstStyle>
            <a:lvl1pPr algn="l">
              <a:defRPr sz="2666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1259425" y="1720662"/>
            <a:ext cx="16101825" cy="36870385"/>
          </a:xfrm>
        </p:spPr>
        <p:txBody>
          <a:bodyPr/>
          <a:lstStyle>
            <a:lvl1pPr>
              <a:defRPr sz="4266"/>
            </a:lvl1pPr>
            <a:lvl2pPr>
              <a:defRPr sz="3733"/>
            </a:lvl2pPr>
            <a:lvl3pPr>
              <a:defRPr sz="3200"/>
            </a:lvl3pPr>
            <a:lvl4pPr>
              <a:defRPr sz="2666"/>
            </a:lvl4pPr>
            <a:lvl5pPr>
              <a:defRPr sz="2666"/>
            </a:lvl5pPr>
            <a:lvl6pPr>
              <a:defRPr sz="2666"/>
            </a:lvl6pPr>
            <a:lvl7pPr>
              <a:defRPr sz="2666"/>
            </a:lvl7pPr>
            <a:lvl8pPr>
              <a:defRPr sz="2666"/>
            </a:lvl8pPr>
            <a:lvl9pPr>
              <a:defRPr sz="2666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439175" y="9039287"/>
            <a:ext cx="9475273" cy="29551759"/>
          </a:xfrm>
        </p:spPr>
        <p:txBody>
          <a:bodyPr/>
          <a:lstStyle>
            <a:lvl1pPr marL="0" indent="0">
              <a:buNone/>
              <a:defRPr sz="1866"/>
            </a:lvl1pPr>
            <a:lvl2pPr marL="609539" indent="0">
              <a:buNone/>
              <a:defRPr sz="1600"/>
            </a:lvl2pPr>
            <a:lvl3pPr marL="1219078" indent="0">
              <a:buNone/>
              <a:defRPr sz="1333"/>
            </a:lvl3pPr>
            <a:lvl4pPr marL="1828617" indent="0">
              <a:buNone/>
              <a:defRPr sz="1200"/>
            </a:lvl4pPr>
            <a:lvl5pPr marL="2438156" indent="0">
              <a:buNone/>
              <a:defRPr sz="1200"/>
            </a:lvl5pPr>
            <a:lvl6pPr marL="3047695" indent="0">
              <a:buNone/>
              <a:defRPr sz="1200"/>
            </a:lvl6pPr>
            <a:lvl7pPr marL="3657234" indent="0">
              <a:buNone/>
              <a:defRPr sz="1200"/>
            </a:lvl7pPr>
            <a:lvl8pPr marL="4266773" indent="0">
              <a:buNone/>
              <a:defRPr sz="1200"/>
            </a:lvl8pPr>
            <a:lvl9pPr marL="4876312" indent="0">
              <a:buNone/>
              <a:defRPr sz="12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FA4729-5D1D-4D38-A25F-215095997037}" type="slidenum">
              <a:rPr lang="pt-BR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644529" y="30239601"/>
            <a:ext cx="17280678" cy="3570424"/>
          </a:xfrm>
        </p:spPr>
        <p:txBody>
          <a:bodyPr anchor="b"/>
          <a:lstStyle>
            <a:lvl1pPr algn="l">
              <a:defRPr sz="2666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644529" y="3860375"/>
            <a:ext cx="17280678" cy="25919960"/>
          </a:xfrm>
        </p:spPr>
        <p:txBody>
          <a:bodyPr/>
          <a:lstStyle>
            <a:lvl1pPr marL="0" indent="0">
              <a:buNone/>
              <a:defRPr sz="4266"/>
            </a:lvl1pPr>
            <a:lvl2pPr marL="609539" indent="0">
              <a:buNone/>
              <a:defRPr sz="3733"/>
            </a:lvl2pPr>
            <a:lvl3pPr marL="1219078" indent="0">
              <a:buNone/>
              <a:defRPr sz="3200"/>
            </a:lvl3pPr>
            <a:lvl4pPr marL="1828617" indent="0">
              <a:buNone/>
              <a:defRPr sz="2666"/>
            </a:lvl4pPr>
            <a:lvl5pPr marL="2438156" indent="0">
              <a:buNone/>
              <a:defRPr sz="2666"/>
            </a:lvl5pPr>
            <a:lvl6pPr marL="3047695" indent="0">
              <a:buNone/>
              <a:defRPr sz="2666"/>
            </a:lvl6pPr>
            <a:lvl7pPr marL="3657234" indent="0">
              <a:buNone/>
              <a:defRPr sz="2666"/>
            </a:lvl7pPr>
            <a:lvl8pPr marL="4266773" indent="0">
              <a:buNone/>
              <a:defRPr sz="2666"/>
            </a:lvl8pPr>
            <a:lvl9pPr marL="4876312" indent="0">
              <a:buNone/>
              <a:defRPr sz="2666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5644529" y="33810024"/>
            <a:ext cx="17280678" cy="5070974"/>
          </a:xfrm>
        </p:spPr>
        <p:txBody>
          <a:bodyPr/>
          <a:lstStyle>
            <a:lvl1pPr marL="0" indent="0">
              <a:buNone/>
              <a:defRPr sz="1866"/>
            </a:lvl1pPr>
            <a:lvl2pPr marL="609539" indent="0">
              <a:buNone/>
              <a:defRPr sz="1600"/>
            </a:lvl2pPr>
            <a:lvl3pPr marL="1219078" indent="0">
              <a:buNone/>
              <a:defRPr sz="1333"/>
            </a:lvl3pPr>
            <a:lvl4pPr marL="1828617" indent="0">
              <a:buNone/>
              <a:defRPr sz="1200"/>
            </a:lvl4pPr>
            <a:lvl5pPr marL="2438156" indent="0">
              <a:buNone/>
              <a:defRPr sz="1200"/>
            </a:lvl5pPr>
            <a:lvl6pPr marL="3047695" indent="0">
              <a:buNone/>
              <a:defRPr sz="1200"/>
            </a:lvl6pPr>
            <a:lvl7pPr marL="3657234" indent="0">
              <a:buNone/>
              <a:defRPr sz="1200"/>
            </a:lvl7pPr>
            <a:lvl8pPr marL="4266773" indent="0">
              <a:buNone/>
              <a:defRPr sz="1200"/>
            </a:lvl8pPr>
            <a:lvl9pPr marL="4876312" indent="0">
              <a:buNone/>
              <a:defRPr sz="12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B7DF24-3BB9-4DC6-A067-2A7C35CBC9DF}" type="slidenum">
              <a:rPr lang="pt-BR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B3DDCC-A5AA-4FD1-B372-9424E989D2BC}" type="slidenum">
              <a:rPr lang="pt-BR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20880732" y="1729128"/>
            <a:ext cx="6480519" cy="36861919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439175" y="1729128"/>
            <a:ext cx="19238379" cy="36861919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6A33422-2CED-4084-A0A2-878BA7696C06}" type="slidenum">
              <a:rPr lang="pt-BR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39175" y="1729128"/>
            <a:ext cx="25922076" cy="7200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308610" tIns="154305" rIns="308610" bIns="15430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 estilo do título mestre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39175" y="10080573"/>
            <a:ext cx="25922076" cy="285104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308610" tIns="154305" rIns="308610" bIns="15430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439175" y="39340264"/>
            <a:ext cx="6721792" cy="3001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08610" tIns="154305" rIns="308610" bIns="154305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6266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9839300" y="39340264"/>
            <a:ext cx="9121828" cy="3001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08610" tIns="154305" rIns="308610" bIns="154305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6266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0639458" y="39340264"/>
            <a:ext cx="6721792" cy="3001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08610" tIns="154305" rIns="308610" bIns="154305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6266"/>
            </a:lvl1pPr>
          </a:lstStyle>
          <a:p>
            <a:fld id="{9D20D27F-DE98-4825-9B81-BD19507AA243}" type="slidenum">
              <a:rPr lang="pt-BR"/>
              <a:pPr/>
              <a:t>‹#›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+mj-lt"/>
          <a:ea typeface="+mj-ea"/>
          <a:cs typeface="+mj-cs"/>
        </a:defRPr>
      </a:lvl1pPr>
      <a:lvl2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2pPr>
      <a:lvl3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3pPr>
      <a:lvl4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4pPr>
      <a:lvl5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5pPr>
      <a:lvl6pPr marL="609539" algn="ctr" defTabSz="4114389" rtl="0" fontAlgn="base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6pPr>
      <a:lvl7pPr marL="1219078" algn="ctr" defTabSz="4114389" rtl="0" fontAlgn="base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7pPr>
      <a:lvl8pPr marL="1828617" algn="ctr" defTabSz="4114389" rtl="0" fontAlgn="base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8pPr>
      <a:lvl9pPr marL="2438156" algn="ctr" defTabSz="4114389" rtl="0" fontAlgn="base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9pPr>
    </p:titleStyle>
    <p:bodyStyle>
      <a:lvl1pPr marL="1542896" indent="-1542896" algn="l" defTabSz="4114389" rtl="0" eaLnBrk="0" fontAlgn="base" hangingPunct="0">
        <a:spcBef>
          <a:spcPct val="20000"/>
        </a:spcBef>
        <a:spcAft>
          <a:spcPct val="0"/>
        </a:spcAft>
        <a:buChar char="•"/>
        <a:defRPr sz="14399">
          <a:solidFill>
            <a:schemeClr val="tx1"/>
          </a:solidFill>
          <a:latin typeface="+mn-lt"/>
          <a:ea typeface="+mn-ea"/>
          <a:cs typeface="+mn-cs"/>
        </a:defRPr>
      </a:lvl1pPr>
      <a:lvl2pPr marL="3343999" indent="-1286805" algn="l" defTabSz="4114389" rtl="0" eaLnBrk="0" fontAlgn="base" hangingPunct="0">
        <a:spcBef>
          <a:spcPct val="20000"/>
        </a:spcBef>
        <a:spcAft>
          <a:spcPct val="0"/>
        </a:spcAft>
        <a:buChar char="–"/>
        <a:defRPr sz="12665">
          <a:solidFill>
            <a:schemeClr val="tx1"/>
          </a:solidFill>
          <a:latin typeface="+mn-lt"/>
        </a:defRPr>
      </a:lvl2pPr>
      <a:lvl3pPr marL="5142986" indent="-1028597" algn="l" defTabSz="4114389" rtl="0" eaLnBrk="0" fontAlgn="base" hangingPunct="0">
        <a:spcBef>
          <a:spcPct val="20000"/>
        </a:spcBef>
        <a:spcAft>
          <a:spcPct val="0"/>
        </a:spcAft>
        <a:buChar char="•"/>
        <a:defRPr sz="10799">
          <a:solidFill>
            <a:schemeClr val="tx1"/>
          </a:solidFill>
          <a:latin typeface="+mn-lt"/>
        </a:defRPr>
      </a:lvl3pPr>
      <a:lvl4pPr marL="7200180" indent="-1028597" algn="l" defTabSz="4114389" rtl="0" eaLnBrk="0" fontAlgn="base" hangingPunct="0">
        <a:spcBef>
          <a:spcPct val="20000"/>
        </a:spcBef>
        <a:spcAft>
          <a:spcPct val="0"/>
        </a:spcAft>
        <a:buChar char="–"/>
        <a:defRPr sz="9066">
          <a:solidFill>
            <a:schemeClr val="tx1"/>
          </a:solidFill>
          <a:latin typeface="+mn-lt"/>
        </a:defRPr>
      </a:lvl4pPr>
      <a:lvl5pPr marL="9257374" indent="-1028597" algn="l" defTabSz="4114389" rtl="0" eaLnBrk="0" fontAlgn="base" hangingPunct="0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5pPr>
      <a:lvl6pPr marL="9866913" indent="-1028597" algn="l" defTabSz="4114389" rtl="0" fontAlgn="base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6pPr>
      <a:lvl7pPr marL="10476452" indent="-1028597" algn="l" defTabSz="4114389" rtl="0" fontAlgn="base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7pPr>
      <a:lvl8pPr marL="11085991" indent="-1028597" algn="l" defTabSz="4114389" rtl="0" fontAlgn="base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8pPr>
      <a:lvl9pPr marL="11695530" indent="-1028597" algn="l" defTabSz="4114389" rtl="0" fontAlgn="base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39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078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17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156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695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234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773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312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jpe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F65B9183-D015-4EDA-BC8C-5077C4505C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513" y="-3198"/>
            <a:ext cx="28992086" cy="43549112"/>
          </a:xfrm>
          <a:prstGeom prst="rect">
            <a:avLst/>
          </a:prstGeom>
        </p:spPr>
      </p:pic>
      <p:sp>
        <p:nvSpPr>
          <p:cNvPr id="4100" name="Rectangle 6"/>
          <p:cNvSpPr>
            <a:spLocks noChangeArrowheads="1"/>
          </p:cNvSpPr>
          <p:nvPr/>
        </p:nvSpPr>
        <p:spPr bwMode="auto">
          <a:xfrm>
            <a:off x="-36734" y="2703684"/>
            <a:ext cx="28800425" cy="666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>
            <a:spAutoFit/>
          </a:bodyPr>
          <a:lstStyle/>
          <a:p>
            <a:pPr algn="ctr" eaLnBrk="1" hangingPunct="1"/>
            <a:r>
              <a:rPr lang="pt-BR" sz="3700" b="1">
                <a:latin typeface="Arial"/>
                <a:ea typeface="ＭＳ Ｐゴシック"/>
                <a:cs typeface="Times New Roman"/>
              </a:rPr>
              <a:t>Breno Costa Nascimento | Bruno Souza Lima, </a:t>
            </a:r>
            <a:r>
              <a:rPr lang="pt-BR" sz="3700" b="1">
                <a:solidFill>
                  <a:srgbClr val="000000"/>
                </a:solidFill>
                <a:latin typeface="Arial"/>
                <a:ea typeface="ＭＳ Ｐゴシック"/>
                <a:cs typeface="Times New Roman"/>
              </a:rPr>
              <a:t>Felipe </a:t>
            </a:r>
            <a:r>
              <a:rPr lang="pt-BR" sz="3700" b="1" err="1">
                <a:solidFill>
                  <a:srgbClr val="000000"/>
                </a:solidFill>
                <a:latin typeface="Arial"/>
                <a:ea typeface="ＭＳ Ｐゴシック"/>
                <a:cs typeface="Times New Roman"/>
              </a:rPr>
              <a:t>Toshio</a:t>
            </a:r>
            <a:r>
              <a:rPr lang="pt-BR" sz="3700" b="1">
                <a:solidFill>
                  <a:srgbClr val="000000"/>
                </a:solidFill>
                <a:latin typeface="Arial"/>
                <a:ea typeface="ＭＳ Ｐゴシック"/>
                <a:cs typeface="Times New Roman"/>
              </a:rPr>
              <a:t> </a:t>
            </a:r>
            <a:r>
              <a:rPr lang="pt-BR" sz="3700" b="1" err="1">
                <a:solidFill>
                  <a:srgbClr val="000000"/>
                </a:solidFill>
                <a:latin typeface="Arial"/>
                <a:ea typeface="ＭＳ Ｐゴシック"/>
                <a:cs typeface="Times New Roman"/>
              </a:rPr>
              <a:t>Yamaschita</a:t>
            </a:r>
            <a:r>
              <a:rPr lang="pt-BR" sz="3700" b="1">
                <a:latin typeface="Arial"/>
                <a:ea typeface="ＭＳ Ｐゴシック"/>
                <a:cs typeface="Times New Roman"/>
              </a:rPr>
              <a:t> </a:t>
            </a:r>
            <a:r>
              <a:rPr lang="pt-BR" sz="3700" b="1">
                <a:solidFill>
                  <a:srgbClr val="000000"/>
                </a:solidFill>
                <a:latin typeface="Arial"/>
                <a:ea typeface="ＭＳ Ｐゴシック"/>
                <a:cs typeface="Times New Roman"/>
              </a:rPr>
              <a:t>| </a:t>
            </a:r>
            <a:r>
              <a:rPr lang="pt-BR" sz="3700" b="1" err="1">
                <a:solidFill>
                  <a:srgbClr val="000000"/>
                </a:solidFill>
                <a:latin typeface="Arial"/>
                <a:ea typeface="ＭＳ Ｐゴシック"/>
                <a:cs typeface="Times New Roman"/>
              </a:rPr>
              <a:t>Nicolly</a:t>
            </a:r>
            <a:r>
              <a:rPr lang="pt-BR" sz="3700" b="1">
                <a:solidFill>
                  <a:srgbClr val="000000"/>
                </a:solidFill>
                <a:latin typeface="Arial"/>
                <a:ea typeface="ＭＳ Ｐゴシック"/>
                <a:cs typeface="Times New Roman"/>
              </a:rPr>
              <a:t> Silva Soares</a:t>
            </a:r>
            <a:r>
              <a:rPr lang="pt-BR" sz="3700" b="1">
                <a:latin typeface="Arial"/>
                <a:ea typeface="ＭＳ Ｐゴシック"/>
                <a:cs typeface="Times New Roman"/>
              </a:rPr>
              <a:t> | Vinícius </a:t>
            </a:r>
            <a:r>
              <a:rPr lang="pt-BR" sz="3700" b="1" err="1">
                <a:latin typeface="Arial"/>
                <a:ea typeface="ＭＳ Ｐゴシック"/>
                <a:cs typeface="Times New Roman"/>
              </a:rPr>
              <a:t>Nishimura</a:t>
            </a:r>
            <a:r>
              <a:rPr lang="pt-BR" sz="3700" b="1">
                <a:latin typeface="Arial"/>
                <a:ea typeface="ＭＳ Ｐゴシック"/>
                <a:cs typeface="Times New Roman"/>
              </a:rPr>
              <a:t> Reis  </a:t>
            </a:r>
            <a:endParaRPr lang="pt-BR" sz="3700" b="1">
              <a:ea typeface="ＭＳ Ｐゴシック" pitchFamily="34" charset="-128"/>
              <a:cs typeface="Times New Roman" pitchFamily="18" charset="0"/>
            </a:endParaRPr>
          </a:p>
        </p:txBody>
      </p:sp>
      <p:sp>
        <p:nvSpPr>
          <p:cNvPr id="4102" name="TextBox 8"/>
          <p:cNvSpPr txBox="1">
            <a:spLocks noChangeArrowheads="1"/>
          </p:cNvSpPr>
          <p:nvPr/>
        </p:nvSpPr>
        <p:spPr bwMode="auto">
          <a:xfrm>
            <a:off x="952297" y="5478024"/>
            <a:ext cx="13091992" cy="93819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/>
          <a:p>
            <a:pPr algn="just" defTabSz="1678349" eaLnBrk="1" hangingPunct="1"/>
            <a:r>
              <a:rPr lang="pt-BR" sz="3600" b="1" dirty="0">
                <a:latin typeface="Arial"/>
                <a:ea typeface="ＭＳ Ｐゴシック"/>
                <a:cs typeface="Arial"/>
              </a:rPr>
              <a:t>Sobre a equipe</a:t>
            </a:r>
          </a:p>
          <a:p>
            <a:pPr algn="just" defTabSz="1678349"/>
            <a:endParaRPr lang="pt-BR" sz="3600" b="1">
              <a:latin typeface="Arial"/>
              <a:ea typeface="ＭＳ Ｐゴシック"/>
              <a:cs typeface="Arial"/>
            </a:endParaRPr>
          </a:p>
          <a:p>
            <a:pPr algn="just" defTabSz="1678349"/>
            <a:r>
              <a:rPr lang="pt-BR" sz="2400" b="1" dirty="0">
                <a:latin typeface="Arial"/>
                <a:cs typeface="Arial"/>
              </a:rPr>
              <a:t>             Breno Costa</a:t>
            </a:r>
            <a:r>
              <a:rPr lang="pt-BR" sz="2400" dirty="0">
                <a:latin typeface="Arial"/>
                <a:cs typeface="Arial"/>
              </a:rPr>
              <a:t> – Responsável pelo desenvolvimento do sistema administrativo web e do aplicativo mobile </a:t>
            </a:r>
            <a:r>
              <a:rPr lang="pt-BR" sz="2400" err="1">
                <a:latin typeface="Arial"/>
                <a:cs typeface="Arial"/>
              </a:rPr>
              <a:t>first</a:t>
            </a:r>
            <a:r>
              <a:rPr lang="pt-BR" sz="2400" dirty="0">
                <a:latin typeface="Arial"/>
                <a:cs typeface="Arial"/>
              </a:rPr>
              <a:t> voltado aos alunos da instituição. Atuou no front-</a:t>
            </a:r>
            <a:r>
              <a:rPr lang="pt-BR" sz="2400" err="1">
                <a:latin typeface="Arial"/>
                <a:cs typeface="Arial"/>
              </a:rPr>
              <a:t>end</a:t>
            </a:r>
            <a:r>
              <a:rPr lang="pt-BR" sz="2400" dirty="0">
                <a:latin typeface="Arial"/>
                <a:cs typeface="Arial"/>
              </a:rPr>
              <a:t>, </a:t>
            </a:r>
            <a:r>
              <a:rPr lang="pt-BR" sz="2400" err="1">
                <a:latin typeface="Arial"/>
                <a:cs typeface="Arial"/>
              </a:rPr>
              <a:t>back-end</a:t>
            </a:r>
            <a:r>
              <a:rPr lang="pt-BR" sz="2400" dirty="0">
                <a:latin typeface="Arial"/>
                <a:cs typeface="Arial"/>
              </a:rPr>
              <a:t> e na estruturação do banco de dados, assegurando a integração, segurança e eficiência do sistema.</a:t>
            </a:r>
          </a:p>
          <a:p>
            <a:pPr algn="just" defTabSz="1678349"/>
            <a:r>
              <a:rPr lang="pt-BR" sz="2400" b="1" dirty="0">
                <a:latin typeface="Arial"/>
                <a:cs typeface="Arial"/>
              </a:rPr>
              <a:t>             Bruno Souza</a:t>
            </a:r>
            <a:r>
              <a:rPr lang="pt-BR" sz="2400" dirty="0">
                <a:latin typeface="Arial"/>
                <a:cs typeface="Arial"/>
              </a:rPr>
              <a:t> – Responsável pelo desenvolvimento do aplicativo mobile, com foco na implementação das principais funcionalidades, atualização de códigos e integração das telas desenvolvidas pela equipe.</a:t>
            </a:r>
          </a:p>
          <a:p>
            <a:pPr algn="just" defTabSz="1678349"/>
            <a:r>
              <a:rPr lang="pt-BR" sz="2400" b="1" dirty="0">
                <a:latin typeface="Arial"/>
                <a:cs typeface="Arial"/>
              </a:rPr>
              <a:t>             Felipe </a:t>
            </a:r>
            <a:r>
              <a:rPr lang="pt-BR" sz="2400" b="1" err="1">
                <a:latin typeface="Arial"/>
                <a:cs typeface="Arial"/>
              </a:rPr>
              <a:t>Yamaschita</a:t>
            </a:r>
            <a:r>
              <a:rPr lang="pt-BR" sz="2400" dirty="0">
                <a:latin typeface="Arial"/>
                <a:cs typeface="Arial"/>
              </a:rPr>
              <a:t> – Responsável pelo desenvolvimento do aplicativo mobile, atuando em UI/UX, front-</a:t>
            </a:r>
            <a:r>
              <a:rPr lang="pt-BR" sz="2400" err="1">
                <a:latin typeface="Arial"/>
                <a:cs typeface="Arial"/>
              </a:rPr>
              <a:t>end</a:t>
            </a:r>
            <a:r>
              <a:rPr lang="pt-BR" sz="2400" dirty="0">
                <a:latin typeface="Arial"/>
                <a:cs typeface="Arial"/>
              </a:rPr>
              <a:t> e </a:t>
            </a:r>
            <a:r>
              <a:rPr lang="pt-BR" sz="2400" err="1">
                <a:latin typeface="Arial"/>
                <a:cs typeface="Arial"/>
              </a:rPr>
              <a:t>back-end</a:t>
            </a:r>
            <a:r>
              <a:rPr lang="pt-BR" sz="2400" dirty="0">
                <a:latin typeface="Arial"/>
                <a:cs typeface="Arial"/>
              </a:rPr>
              <a:t>, além da integração com o banco de dados. Garantiu a coerência visual, responsividade e usabilidade do sistema.</a:t>
            </a:r>
          </a:p>
          <a:p>
            <a:pPr algn="just" defTabSz="1678349"/>
            <a:r>
              <a:rPr lang="pt-BR" sz="2400" b="1" dirty="0">
                <a:latin typeface="Arial"/>
                <a:cs typeface="Arial"/>
              </a:rPr>
              <a:t>        </a:t>
            </a:r>
            <a:r>
              <a:rPr lang="pt-BR" sz="2400" b="1" err="1">
                <a:latin typeface="Arial"/>
                <a:cs typeface="Arial"/>
              </a:rPr>
              <a:t>Nicolly</a:t>
            </a:r>
            <a:r>
              <a:rPr lang="pt-BR" sz="2400" b="1" dirty="0">
                <a:latin typeface="Arial"/>
                <a:cs typeface="Arial"/>
              </a:rPr>
              <a:t> Soares</a:t>
            </a:r>
            <a:r>
              <a:rPr lang="pt-BR" sz="2400" dirty="0">
                <a:latin typeface="Arial"/>
                <a:cs typeface="Arial"/>
              </a:rPr>
              <a:t> – Responsável pelo desenvolvimento e aprimoramento do aplicativo mobile, com foco na interface, experiência do usuário e integração de funcionalidades. Trabalhou em colaboração com a equipe técnica para assegurar fluidez, desempenho e consistência visual no app.</a:t>
            </a:r>
          </a:p>
          <a:p>
            <a:pPr algn="just" defTabSz="1678349"/>
            <a:r>
              <a:rPr lang="pt-BR" sz="2400" b="1" dirty="0">
                <a:latin typeface="Arial"/>
                <a:cs typeface="Arial"/>
              </a:rPr>
              <a:t>          Vinicius </a:t>
            </a:r>
            <a:r>
              <a:rPr lang="pt-BR" sz="2400" b="1" err="1">
                <a:latin typeface="Arial"/>
                <a:cs typeface="Arial"/>
              </a:rPr>
              <a:t>Nishimura</a:t>
            </a:r>
            <a:r>
              <a:rPr lang="pt-BR" sz="2400" dirty="0">
                <a:latin typeface="Arial"/>
                <a:cs typeface="Arial"/>
              </a:rPr>
              <a:t> – CTO e líder técnico do projeto, responsável pela arquitetura e desenvolvimento do sistema, atuando no </a:t>
            </a:r>
            <a:r>
              <a:rPr lang="pt-BR" sz="2400" err="1">
                <a:latin typeface="Arial"/>
                <a:cs typeface="Arial"/>
              </a:rPr>
              <a:t>back-end</a:t>
            </a:r>
            <a:r>
              <a:rPr lang="pt-BR" sz="2400" dirty="0">
                <a:latin typeface="Arial"/>
                <a:cs typeface="Arial"/>
              </a:rPr>
              <a:t>, integração com o banco de dados e implementação de APIs. Coordenou a equipe de desenvolvimento, garantindo o alinhamento técnico e a qualidade das entregas.</a:t>
            </a:r>
          </a:p>
          <a:p>
            <a:pPr algn="just" defTabSz="1678349">
              <a:spcAft>
                <a:spcPts val="1200"/>
              </a:spcAft>
            </a:pPr>
            <a:endParaRPr lang="pt-BR" sz="2650">
              <a:cs typeface="Arial" charset="0"/>
            </a:endParaRPr>
          </a:p>
          <a:p>
            <a:pPr algn="just" defTabSz="1678349">
              <a:spcAft>
                <a:spcPts val="1200"/>
              </a:spcAft>
            </a:pPr>
            <a:endParaRPr lang="pt-BR" sz="2650">
              <a:cs typeface="Arial" charset="0"/>
            </a:endParaRPr>
          </a:p>
          <a:p>
            <a:pPr algn="just" defTabSz="1678349" eaLnBrk="1" hangingPunct="1">
              <a:spcAft>
                <a:spcPts val="1200"/>
              </a:spcAft>
            </a:pPr>
            <a:endParaRPr lang="pt-BR" sz="2666">
              <a:cs typeface="Arial" charset="0"/>
            </a:endParaRPr>
          </a:p>
        </p:txBody>
      </p:sp>
      <p:sp>
        <p:nvSpPr>
          <p:cNvPr id="4104" name="Rectangle 13"/>
          <p:cNvSpPr>
            <a:spLocks noChangeArrowheads="1"/>
          </p:cNvSpPr>
          <p:nvPr/>
        </p:nvSpPr>
        <p:spPr bwMode="auto">
          <a:xfrm>
            <a:off x="0" y="-669350"/>
            <a:ext cx="184731" cy="133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4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126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0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114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114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114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114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sz="8099">
              <a:latin typeface="Arial" panose="020B0604020202020204" pitchFamily="34" charset="0"/>
            </a:endParaRPr>
          </a:p>
        </p:txBody>
      </p:sp>
      <p:sp>
        <p:nvSpPr>
          <p:cNvPr id="410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33295" y="1091039"/>
            <a:ext cx="27924315" cy="2258359"/>
          </a:xfrm>
        </p:spPr>
        <p:txBody>
          <a:bodyPr/>
          <a:lstStyle/>
          <a:p>
            <a:r>
              <a:rPr lang="pt-BR" sz="5850" b="1"/>
              <a:t>CT DEVS</a:t>
            </a:r>
            <a:endParaRPr lang="en-US"/>
          </a:p>
        </p:txBody>
      </p:sp>
      <p:sp>
        <p:nvSpPr>
          <p:cNvPr id="4109" name="Rectangle 14"/>
          <p:cNvSpPr>
            <a:spLocks noChangeArrowheads="1"/>
          </p:cNvSpPr>
          <p:nvPr/>
        </p:nvSpPr>
        <p:spPr bwMode="auto">
          <a:xfrm>
            <a:off x="1540883" y="288300"/>
            <a:ext cx="25809904" cy="1619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411435" tIns="205717" rIns="411435" bIns="205717" anchor="ctr"/>
          <a:lstStyle/>
          <a:p>
            <a:pPr algn="ctr" eaLnBrk="1" hangingPunct="1"/>
            <a:r>
              <a:rPr lang="pt-BR" sz="7950" b="1">
                <a:solidFill>
                  <a:schemeClr val="bg1"/>
                </a:solidFill>
                <a:latin typeface="Arial"/>
                <a:cs typeface="Arial"/>
              </a:rPr>
              <a:t>Semana de Tecnologia FECAP 2025</a:t>
            </a:r>
            <a:endParaRPr lang="pt-BR" sz="7999" b="1">
              <a:solidFill>
                <a:schemeClr val="bg1"/>
              </a:solidFill>
            </a:endParaRP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6D4C09D9-51BE-953B-669D-23F72BD2F1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53154" y="5454019"/>
            <a:ext cx="13284851" cy="62016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/>
          <a:p>
            <a:pPr algn="just" defTabSz="1678349" eaLnBrk="1" hangingPunct="1"/>
            <a:r>
              <a:rPr lang="pt-BR" sz="3600" b="1" dirty="0">
                <a:latin typeface="Arial"/>
                <a:ea typeface="ＭＳ Ｐゴシック"/>
                <a:cs typeface="Arial"/>
              </a:rPr>
              <a:t>Problema a ser tratado</a:t>
            </a:r>
          </a:p>
          <a:p>
            <a:pPr algn="just" defTabSz="1678349"/>
            <a:endParaRPr lang="pt-BR" sz="3600" b="1">
              <a:latin typeface="Arial"/>
              <a:ea typeface="ＭＳ Ｐゴシック"/>
              <a:cs typeface="Arial"/>
            </a:endParaRPr>
          </a:p>
          <a:p>
            <a:pPr algn="just" defTabSz="1678349" eaLnBrk="1" hangingPunct="1"/>
            <a:r>
              <a:rPr lang="pt-BR" sz="3700" dirty="0">
                <a:latin typeface="Arial"/>
                <a:cs typeface="Arial"/>
              </a:rPr>
              <a:t> </a:t>
            </a:r>
            <a:r>
              <a:rPr lang="pt-BR" sz="2800" dirty="0">
                <a:latin typeface="Arial"/>
                <a:cs typeface="Arial"/>
              </a:rPr>
              <a:t>	  </a:t>
            </a:r>
            <a:r>
              <a:rPr lang="pt-BR" sz="2400" dirty="0">
                <a:latin typeface="Arial"/>
                <a:cs typeface="Arial"/>
              </a:rPr>
              <a:t>A instituição identificou a necessidade de modernizar sua operação de alimentação, substituindo processos manuais e formas de comunicação ineficientes por uma solução digital integrada. O objetivo era atender simultaneamente às demandas de gestão administrativa e às expectativas dos alunos, eliminando gargalos operacionais e promovendo uma experiência mais ágil e satisfatória na cantina universitária.</a:t>
            </a:r>
            <a:endParaRPr lang="pt-BR" sz="2400" dirty="0">
              <a:cs typeface="Arial"/>
            </a:endParaRPr>
          </a:p>
          <a:p>
            <a:pPr algn="just" defTabSz="1678349"/>
            <a:r>
              <a:rPr lang="pt-BR" sz="2400" dirty="0">
                <a:latin typeface="Arial"/>
                <a:cs typeface="Arial"/>
              </a:rPr>
              <a:t>Os principais pontos de melhoria identificados foram:</a:t>
            </a:r>
            <a:endParaRPr lang="pt-BR" sz="2400">
              <a:cs typeface="Arial"/>
            </a:endParaRPr>
          </a:p>
          <a:p>
            <a:pPr algn="just" defTabSz="1678349"/>
            <a:endParaRPr lang="pt-BR" sz="2400" dirty="0">
              <a:latin typeface="Arial"/>
              <a:cs typeface="Arial"/>
            </a:endParaRPr>
          </a:p>
          <a:p>
            <a:pPr marL="285750" indent="-285750" algn="just" defTabSz="1678349">
              <a:buFont typeface="Arial"/>
              <a:buChar char="•"/>
            </a:pPr>
            <a:r>
              <a:rPr lang="pt-BR" sz="2400" b="1" dirty="0">
                <a:latin typeface="Arial"/>
                <a:cs typeface="Arial"/>
              </a:rPr>
              <a:t>Filas excessivas</a:t>
            </a:r>
            <a:r>
              <a:rPr lang="pt-BR" sz="2400" dirty="0">
                <a:latin typeface="Arial"/>
                <a:cs typeface="Arial"/>
              </a:rPr>
              <a:t> nos horários de pico, especialmente durante o almoço;</a:t>
            </a:r>
            <a:endParaRPr lang="pt-BR" sz="2400">
              <a:cs typeface="Arial"/>
            </a:endParaRPr>
          </a:p>
          <a:p>
            <a:pPr marL="285750" indent="-285750" algn="just" defTabSz="1678349">
              <a:buFont typeface="Arial"/>
              <a:buChar char="•"/>
            </a:pPr>
            <a:r>
              <a:rPr lang="pt-BR" sz="2400" b="1" dirty="0">
                <a:latin typeface="Arial"/>
                <a:cs typeface="Arial"/>
              </a:rPr>
              <a:t>Dificuldade na divulgação de promoções</a:t>
            </a:r>
            <a:r>
              <a:rPr lang="pt-BR" sz="2400" dirty="0">
                <a:latin typeface="Arial"/>
                <a:cs typeface="Arial"/>
              </a:rPr>
              <a:t> e ofertas para os alunos;</a:t>
            </a:r>
            <a:endParaRPr lang="pt-BR" sz="2400">
              <a:cs typeface="Arial"/>
            </a:endParaRPr>
          </a:p>
          <a:p>
            <a:pPr marL="285750" indent="-285750" algn="just" defTabSz="1678349">
              <a:buFont typeface="Arial"/>
              <a:buChar char="•"/>
            </a:pPr>
            <a:r>
              <a:rPr lang="pt-BR" sz="2400" b="1" dirty="0">
                <a:latin typeface="Arial"/>
                <a:cs typeface="Arial"/>
              </a:rPr>
              <a:t>Gestão ineficiente de estoque e precificação</a:t>
            </a:r>
            <a:r>
              <a:rPr lang="pt-BR" sz="2400" dirty="0">
                <a:latin typeface="Arial"/>
                <a:cs typeface="Arial"/>
              </a:rPr>
              <a:t> dos produtos;</a:t>
            </a:r>
            <a:endParaRPr lang="pt-BR" sz="2400">
              <a:cs typeface="Arial"/>
            </a:endParaRPr>
          </a:p>
          <a:p>
            <a:pPr marL="285750" indent="-285750" algn="just" defTabSz="1678349">
              <a:buFont typeface="Arial"/>
              <a:buChar char="•"/>
            </a:pPr>
            <a:r>
              <a:rPr lang="pt-BR" sz="2400" b="1" dirty="0">
                <a:latin typeface="Arial"/>
                <a:cs typeface="Arial"/>
              </a:rPr>
              <a:t>Falta de visibilidade</a:t>
            </a:r>
            <a:r>
              <a:rPr lang="pt-BR" sz="2400" dirty="0">
                <a:latin typeface="Arial"/>
                <a:cs typeface="Arial"/>
              </a:rPr>
              <a:t> sobre dados de vendas e preferências de consumo;</a:t>
            </a:r>
            <a:endParaRPr lang="pt-BR" sz="2400">
              <a:cs typeface="Arial"/>
            </a:endParaRPr>
          </a:p>
          <a:p>
            <a:pPr marL="285750" indent="-285750" algn="just" defTabSz="1678349">
              <a:buFont typeface="Arial"/>
              <a:buChar char="•"/>
            </a:pPr>
            <a:r>
              <a:rPr lang="pt-BR" sz="2400" b="1" dirty="0">
                <a:latin typeface="Arial"/>
                <a:cs typeface="Arial"/>
              </a:rPr>
              <a:t>Experiência do usuário desatualizada</a:t>
            </a:r>
            <a:r>
              <a:rPr lang="pt-BR" sz="2400" dirty="0">
                <a:latin typeface="Arial"/>
                <a:cs typeface="Arial"/>
              </a:rPr>
              <a:t>, sem opção de realizar </a:t>
            </a:r>
            <a:r>
              <a:rPr lang="pt-BR" sz="2400" err="1">
                <a:latin typeface="Arial"/>
                <a:cs typeface="Arial"/>
              </a:rPr>
              <a:t>pré</a:t>
            </a:r>
            <a:r>
              <a:rPr lang="pt-BR" sz="2400" dirty="0">
                <a:latin typeface="Arial"/>
                <a:cs typeface="Arial"/>
              </a:rPr>
              <a:t>-pedidos.</a:t>
            </a:r>
            <a:endParaRPr lang="pt-BR" sz="2400">
              <a:cs typeface="Arial"/>
            </a:endParaRPr>
          </a:p>
          <a:p>
            <a:pPr algn="just" defTabSz="1678349"/>
            <a:r>
              <a:rPr lang="pt-BR" sz="2400" dirty="0">
                <a:latin typeface="Arial"/>
                <a:cs typeface="Arial"/>
              </a:rPr>
              <a:t>	</a:t>
            </a:r>
            <a:endParaRPr lang="pt-BR" sz="2400" dirty="0">
              <a:cs typeface="Arial"/>
            </a:endParaRP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C1758913-C53F-99C8-A545-3D8DE7E0ED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482" y="35957246"/>
            <a:ext cx="13318910" cy="5116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/>
          <a:p>
            <a:pPr algn="just" defTabSz="1678349"/>
            <a:r>
              <a:rPr lang="pt-BR" sz="3600" b="1" dirty="0">
                <a:latin typeface="Arial"/>
                <a:cs typeface="Arial"/>
              </a:rPr>
              <a:t>Solução proposta</a:t>
            </a:r>
            <a:endParaRPr lang="pt-BR" sz="3600" dirty="0">
              <a:cs typeface="Arial"/>
            </a:endParaRPr>
          </a:p>
          <a:p>
            <a:pPr algn="just" defTabSz="1678349"/>
            <a:r>
              <a:rPr lang="pt-BR" sz="2400" dirty="0">
                <a:latin typeface="Arial"/>
                <a:cs typeface="Arial"/>
              </a:rPr>
              <a:t>Desenvolvemos uma plataforma digital integrada, composta por um sistema web administrativo para gestão de produtos, promoções e operações internas, aliada a um aplicativo </a:t>
            </a:r>
            <a:r>
              <a:rPr lang="pt-BR" sz="2400" i="1" dirty="0">
                <a:latin typeface="Arial"/>
                <a:cs typeface="Arial"/>
              </a:rPr>
              <a:t>mobile-</a:t>
            </a:r>
            <a:r>
              <a:rPr lang="pt-BR" sz="2400" i="1" dirty="0" err="1">
                <a:latin typeface="Arial"/>
                <a:cs typeface="Arial"/>
              </a:rPr>
              <a:t>first</a:t>
            </a:r>
            <a:r>
              <a:rPr lang="pt-BR" sz="2400" dirty="0">
                <a:latin typeface="Arial"/>
                <a:cs typeface="Arial"/>
              </a:rPr>
              <a:t> voltado aos alunos. O aplicativo foi desenvolvido para o sistema Android, utilizando a linguagem Java, garantindo desempenho, compatibilidade e experiência de uso otimizada.</a:t>
            </a:r>
            <a:endParaRPr lang="pt-BR" sz="2400" dirty="0"/>
          </a:p>
          <a:p>
            <a:pPr algn="just" defTabSz="1678349"/>
            <a:r>
              <a:rPr lang="pt-BR" sz="2400" dirty="0">
                <a:latin typeface="Arial"/>
                <a:cs typeface="Arial"/>
              </a:rPr>
              <a:t>A solução oferece recursos como carrinho de compras em tempo real, notificações automáticas e processo de pedido simplificado, proporcionando maior eficiência operacional e aprimorando significativamente a experiência dos usuários na cantina universitária.</a:t>
            </a:r>
            <a:endParaRPr lang="pt-BR" sz="2400" dirty="0"/>
          </a:p>
          <a:p>
            <a:pPr algn="just" defTabSz="1678349"/>
            <a:r>
              <a:rPr lang="pt-BR" sz="2400" dirty="0">
                <a:latin typeface="Arial"/>
                <a:cs typeface="Arial"/>
              </a:rPr>
              <a:t>Além disso, o sistema conta com um </a:t>
            </a:r>
            <a:r>
              <a:rPr lang="pt-BR" sz="2400" b="1" dirty="0">
                <a:latin typeface="Arial"/>
                <a:cs typeface="Arial"/>
              </a:rPr>
              <a:t>Painel Administrativo</a:t>
            </a:r>
            <a:r>
              <a:rPr lang="pt-BR" sz="2400" dirty="0">
                <a:latin typeface="Arial"/>
                <a:cs typeface="Arial"/>
              </a:rPr>
              <a:t>, que oferece controle centralizado de estoque, produtos, promoções e relatórios de vendas, permitindo que todas as informações sejam atualizadas em tempo real para decisões rápidas e estratégicas.</a:t>
            </a:r>
            <a:endParaRPr lang="pt-BR" dirty="0"/>
          </a:p>
          <a:p>
            <a:pPr algn="just" defTabSz="1678349"/>
            <a:endParaRPr lang="pt-BR" sz="2400" dirty="0">
              <a:ea typeface="ＭＳ Ｐゴシック"/>
              <a:cs typeface="Arial"/>
            </a:endParaRPr>
          </a:p>
          <a:p>
            <a:pPr algn="just" defTabSz="1678349">
              <a:spcAft>
                <a:spcPts val="1200"/>
              </a:spcAft>
            </a:pPr>
            <a:endParaRPr lang="pt-BR" sz="2650">
              <a:latin typeface="Arial"/>
              <a:cs typeface="Arial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A584AD84-C68C-68B6-E7C1-1D0E2FA735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841709" y="3033660"/>
            <a:ext cx="29592614" cy="13551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11435" tIns="205717" rIns="411435" bIns="205717" numCol="1" anchor="ctr" anchorCtr="0" compatLnSpc="1">
            <a:prstTxWarp prst="textNoShape">
              <a:avLst/>
            </a:prstTxWarp>
          </a:bodyPr>
          <a:lstStyle>
            <a:lvl1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2pPr>
            <a:lvl3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3pPr>
            <a:lvl4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4pPr>
            <a:lvl5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5pPr>
            <a:lvl6pPr marL="457200" algn="ctr" defTabSz="3086100" rtl="0" fontAlgn="base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6pPr>
            <a:lvl7pPr marL="914400" algn="ctr" defTabSz="3086100" rtl="0" fontAlgn="base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7pPr>
            <a:lvl8pPr marL="1371600" algn="ctr" defTabSz="3086100" rtl="0" fontAlgn="base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8pPr>
            <a:lvl9pPr marL="1828800" algn="ctr" defTabSz="3086100" rtl="0" fontAlgn="base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2650" b="1" kern="0"/>
              <a:t>Professores:  Marco Aurélio Lima | Kátia Bossi | Victor Bruno Alexander | Rodrigo Rosa </a:t>
            </a:r>
            <a:endParaRPr lang="pt-BR" sz="5866" b="1" kern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AE19C662-D68A-6035-2E4C-978100FAE8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16559" y="35953412"/>
            <a:ext cx="13318910" cy="5486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/>
          <a:p>
            <a:pPr algn="just" defTabSz="1678349" eaLnBrk="1" hangingPunct="1"/>
            <a:r>
              <a:rPr lang="pt-BR" sz="3600" b="1" dirty="0">
                <a:latin typeface="Arial"/>
                <a:ea typeface="ＭＳ Ｐゴシック"/>
                <a:cs typeface="Arial"/>
              </a:rPr>
              <a:t>Futuro do projeto</a:t>
            </a:r>
          </a:p>
          <a:p>
            <a:pPr algn="just" defTabSz="1678349"/>
            <a:r>
              <a:rPr lang="pt-BR" sz="2400" dirty="0">
                <a:latin typeface="Arial"/>
                <a:cs typeface="Arial"/>
              </a:rPr>
              <a:t>Buscamos aprimorar continuamente a plataforma, ampliando suas funcionalidades e a integração entre o sistema administrativo e o aplicativo. Nosso próximo passo é firmar uma parceria com a cantina universitária para implementação completa da solução e instalar </a:t>
            </a:r>
            <a:r>
              <a:rPr lang="pt-BR" sz="2400" b="1" dirty="0">
                <a:latin typeface="Arial"/>
                <a:cs typeface="Arial"/>
              </a:rPr>
              <a:t>totens interativos</a:t>
            </a:r>
            <a:r>
              <a:rPr lang="pt-BR" sz="2400" dirty="0">
                <a:latin typeface="Arial"/>
                <a:cs typeface="Arial"/>
              </a:rPr>
              <a:t> que facilitem pedidos e pagamentos.</a:t>
            </a:r>
            <a:endParaRPr lang="pt-BR" sz="2400" dirty="0">
              <a:cs typeface="Arial"/>
            </a:endParaRPr>
          </a:p>
          <a:p>
            <a:pPr algn="just" defTabSz="1678349"/>
            <a:r>
              <a:rPr lang="pt-BR" sz="2400" dirty="0">
                <a:latin typeface="Arial"/>
                <a:cs typeface="Arial"/>
              </a:rPr>
              <a:t>Estamos estruturando </a:t>
            </a:r>
            <a:r>
              <a:rPr lang="pt-BR" sz="2400" b="1" dirty="0">
                <a:latin typeface="Arial"/>
                <a:cs typeface="Arial"/>
              </a:rPr>
              <a:t>três planos de adesão</a:t>
            </a:r>
            <a:r>
              <a:rPr lang="pt-BR" sz="2400" dirty="0">
                <a:latin typeface="Arial"/>
                <a:cs typeface="Arial"/>
              </a:rPr>
              <a:t> — </a:t>
            </a:r>
            <a:r>
              <a:rPr lang="pt-BR" sz="2400" b="1" dirty="0">
                <a:latin typeface="Arial"/>
                <a:cs typeface="Arial"/>
              </a:rPr>
              <a:t>Básico, Pro e Ultra</a:t>
            </a:r>
            <a:r>
              <a:rPr lang="pt-BR" sz="2400" dirty="0">
                <a:latin typeface="Arial"/>
                <a:cs typeface="Arial"/>
              </a:rPr>
              <a:t> — com diferentes níveis de acesso e recursos, variando conforme as necessidades de cada operação e a abrangência dos serviços oferecidos.</a:t>
            </a:r>
            <a:endParaRPr lang="pt-BR" sz="2400">
              <a:cs typeface="Arial"/>
            </a:endParaRPr>
          </a:p>
          <a:p>
            <a:pPr algn="just" defTabSz="1678349"/>
            <a:r>
              <a:rPr lang="pt-BR" sz="2400" dirty="0">
                <a:latin typeface="Arial"/>
                <a:cs typeface="Arial"/>
              </a:rPr>
              <a:t>Também prevemos </a:t>
            </a:r>
            <a:r>
              <a:rPr lang="pt-BR" sz="2400" b="1" dirty="0">
                <a:latin typeface="Arial"/>
                <a:cs typeface="Arial"/>
              </a:rPr>
              <a:t>custos operacionais</a:t>
            </a:r>
            <a:r>
              <a:rPr lang="pt-BR" sz="2400" dirty="0">
                <a:latin typeface="Arial"/>
                <a:cs typeface="Arial"/>
              </a:rPr>
              <a:t> com banco de dados pagos, integração de APIs de pagamento, licenças para publicação dos aplicativos e infraestrutura de hospedagem, garantindo segurança e estabilidade.</a:t>
            </a:r>
            <a:endParaRPr lang="pt-BR" sz="2400" dirty="0">
              <a:cs typeface="Arial"/>
            </a:endParaRPr>
          </a:p>
          <a:p>
            <a:pPr algn="just" defTabSz="1678349"/>
            <a:r>
              <a:rPr lang="pt-BR" sz="2400" dirty="0">
                <a:latin typeface="Arial"/>
                <a:cs typeface="Arial"/>
              </a:rPr>
              <a:t>Por fim, ampliaremos o </a:t>
            </a:r>
            <a:r>
              <a:rPr lang="pt-BR" sz="2400" b="1" dirty="0">
                <a:latin typeface="Arial"/>
                <a:cs typeface="Arial"/>
              </a:rPr>
              <a:t>Módulo </a:t>
            </a:r>
            <a:r>
              <a:rPr lang="pt-BR" sz="2400" b="1" err="1">
                <a:latin typeface="Arial"/>
                <a:cs typeface="Arial"/>
              </a:rPr>
              <a:t>Analytics</a:t>
            </a:r>
            <a:r>
              <a:rPr lang="pt-BR" sz="2400" dirty="0">
                <a:latin typeface="Arial"/>
                <a:cs typeface="Arial"/>
              </a:rPr>
              <a:t>, voltado à inteligência de dados, com relatórios e insights estratégicos sobre vendas e comportamento de consumo.</a:t>
            </a:r>
            <a:endParaRPr lang="pt-BR" sz="2400">
              <a:cs typeface="Arial"/>
            </a:endParaRPr>
          </a:p>
          <a:p>
            <a:pPr algn="just" defTabSz="1678349">
              <a:spcAft>
                <a:spcPts val="1200"/>
              </a:spcAft>
            </a:pPr>
            <a:endParaRPr lang="pt-BR" sz="2650" dirty="0">
              <a:latin typeface="Arial"/>
              <a:cs typeface="Arial"/>
            </a:endParaRPr>
          </a:p>
        </p:txBody>
      </p:sp>
      <p:sp>
        <p:nvSpPr>
          <p:cNvPr id="29" name="TextBox 8">
            <a:extLst>
              <a:ext uri="{FF2B5EF4-FFF2-40B4-BE49-F238E27FC236}">
                <a16:creationId xmlns:a16="http://schemas.microsoft.com/office/drawing/2014/main" id="{22108886-71AE-7425-406A-CC03C41D86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3899" y="13346435"/>
            <a:ext cx="12868819" cy="15694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/>
          <a:p>
            <a:pPr algn="ctr" defTabSz="1678349" eaLnBrk="1" hangingPunct="1"/>
            <a:r>
              <a:rPr lang="pt-BR" sz="5866" b="1">
                <a:ea typeface="ＭＳ Ｐゴシック" pitchFamily="34" charset="-128"/>
              </a:rPr>
              <a:t>Imagens e ferramentas do Projeto</a:t>
            </a:r>
          </a:p>
          <a:p>
            <a:pPr algn="ctr" defTabSz="1678349" eaLnBrk="1" hangingPunct="1">
              <a:spcAft>
                <a:spcPts val="1200"/>
              </a:spcAft>
            </a:pPr>
            <a:r>
              <a:rPr lang="pt-BR" sz="3733"/>
              <a:t> </a:t>
            </a:r>
            <a:r>
              <a:rPr lang="pt-BR" sz="2666"/>
              <a:t>	</a:t>
            </a:r>
          </a:p>
        </p:txBody>
      </p:sp>
      <p:pic>
        <p:nvPicPr>
          <p:cNvPr id="5" name="Imagem 4" descr="Uma imagem contendo óculos&#10;&#10;O conteúdo gerado por IA pode estar incorreto.">
            <a:extLst>
              <a:ext uri="{FF2B5EF4-FFF2-40B4-BE49-F238E27FC236}">
                <a16:creationId xmlns:a16="http://schemas.microsoft.com/office/drawing/2014/main" id="{C56C1960-665E-2EB7-EDC1-1EBC9CE69C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752" y="40356014"/>
            <a:ext cx="3095947" cy="3115297"/>
          </a:xfrm>
          <a:prstGeom prst="rect">
            <a:avLst/>
          </a:prstGeom>
        </p:spPr>
      </p:pic>
      <p:pic>
        <p:nvPicPr>
          <p:cNvPr id="10" name="Imagem 9" descr="Uma imagem contendo óculos, caneca&#10;&#10;O conteúdo gerado por IA pode estar incorreto.">
            <a:extLst>
              <a:ext uri="{FF2B5EF4-FFF2-40B4-BE49-F238E27FC236}">
                <a16:creationId xmlns:a16="http://schemas.microsoft.com/office/drawing/2014/main" id="{55769E50-5B5D-08C0-E78D-9BA4C95476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01752" y="40382747"/>
            <a:ext cx="3095945" cy="3105591"/>
          </a:xfrm>
          <a:prstGeom prst="rect">
            <a:avLst/>
          </a:prstGeom>
        </p:spPr>
      </p:pic>
      <p:pic>
        <p:nvPicPr>
          <p:cNvPr id="14" name="Imagem 13" descr="Ícone&#10;&#10;O conteúdo gerado por IA pode estar incorreto.">
            <a:extLst>
              <a:ext uri="{FF2B5EF4-FFF2-40B4-BE49-F238E27FC236}">
                <a16:creationId xmlns:a16="http://schemas.microsoft.com/office/drawing/2014/main" id="{BE7B6F3C-F476-EDA2-311E-8DA8C3BBBA1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80260" y="15745166"/>
            <a:ext cx="1207782" cy="1207783"/>
          </a:xfrm>
          <a:prstGeom prst="rect">
            <a:avLst/>
          </a:prstGeom>
        </p:spPr>
      </p:pic>
      <p:pic>
        <p:nvPicPr>
          <p:cNvPr id="15" name="Imagem 14" descr="Uma imagem contendo Ícone&#10;&#10;O conteúdo gerado por IA pode estar incorreto.">
            <a:extLst>
              <a:ext uri="{FF2B5EF4-FFF2-40B4-BE49-F238E27FC236}">
                <a16:creationId xmlns:a16="http://schemas.microsoft.com/office/drawing/2014/main" id="{31366770-2457-D40F-603F-BB4428389EC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2442" y="15734733"/>
            <a:ext cx="1681132" cy="1226821"/>
          </a:xfrm>
          <a:prstGeom prst="rect">
            <a:avLst/>
          </a:prstGeom>
        </p:spPr>
      </p:pic>
      <p:pic>
        <p:nvPicPr>
          <p:cNvPr id="17" name="Imagem 16" descr="Logotipo&#10;&#10;O conteúdo gerado por IA pode estar incorreto.">
            <a:extLst>
              <a:ext uri="{FF2B5EF4-FFF2-40B4-BE49-F238E27FC236}">
                <a16:creationId xmlns:a16="http://schemas.microsoft.com/office/drawing/2014/main" id="{BF4471B5-57EB-4844-928D-DCF9ED7AF6F5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94857" y="16016284"/>
            <a:ext cx="1022822" cy="941158"/>
          </a:xfrm>
          <a:prstGeom prst="rect">
            <a:avLst/>
          </a:prstGeom>
        </p:spPr>
      </p:pic>
      <p:pic>
        <p:nvPicPr>
          <p:cNvPr id="18" name="Imagem 17" descr="Ícone&#10;&#10;O conteúdo gerado por IA pode estar incorreto.">
            <a:extLst>
              <a:ext uri="{FF2B5EF4-FFF2-40B4-BE49-F238E27FC236}">
                <a16:creationId xmlns:a16="http://schemas.microsoft.com/office/drawing/2014/main" id="{6D783549-32E2-3701-9536-85EC637BA269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25999" y="15757412"/>
            <a:ext cx="1573738" cy="1573738"/>
          </a:xfrm>
          <a:prstGeom prst="rect">
            <a:avLst/>
          </a:prstGeom>
        </p:spPr>
      </p:pic>
      <p:pic>
        <p:nvPicPr>
          <p:cNvPr id="3" name="Picture 2" descr="A logo of a coffee cup&#10;&#10;AI-generated content may be incorrect.">
            <a:extLst>
              <a:ext uri="{FF2B5EF4-FFF2-40B4-BE49-F238E27FC236}">
                <a16:creationId xmlns:a16="http://schemas.microsoft.com/office/drawing/2014/main" id="{98F941A2-19A4-FB11-F89D-4B4CE37F508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982684" y="15332113"/>
            <a:ext cx="2445570" cy="1619613"/>
          </a:xfrm>
          <a:prstGeom prst="rect">
            <a:avLst/>
          </a:prstGeom>
        </p:spPr>
      </p:pic>
      <p:pic>
        <p:nvPicPr>
          <p:cNvPr id="16" name="Picture 15" descr="A green lightning bolt symbol&#10;&#10;AI-generated content may be incorrect.">
            <a:extLst>
              <a:ext uri="{FF2B5EF4-FFF2-40B4-BE49-F238E27FC236}">
                <a16:creationId xmlns:a16="http://schemas.microsoft.com/office/drawing/2014/main" id="{F39CAC3A-8E20-7DAA-8AC4-98D838E0DF5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386148" y="15738288"/>
            <a:ext cx="1157592" cy="1228611"/>
          </a:xfrm>
          <a:prstGeom prst="rect">
            <a:avLst/>
          </a:prstGeom>
        </p:spPr>
      </p:pic>
      <p:pic>
        <p:nvPicPr>
          <p:cNvPr id="22" name="Picture 21" descr="A logo of a fire&#10;&#10;AI-generated content may be incorrect.">
            <a:extLst>
              <a:ext uri="{FF2B5EF4-FFF2-40B4-BE49-F238E27FC236}">
                <a16:creationId xmlns:a16="http://schemas.microsoft.com/office/drawing/2014/main" id="{A7F247AF-A137-335E-A4EB-397FB8C84DC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449167" y="15727606"/>
            <a:ext cx="1442284" cy="1197291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3303E2A7-7198-A6D0-A095-D396C204879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5880830" y="15825501"/>
            <a:ext cx="1037615" cy="1041164"/>
          </a:xfrm>
          <a:prstGeom prst="rect">
            <a:avLst/>
          </a:prstGeom>
        </p:spPr>
      </p:pic>
      <p:pic>
        <p:nvPicPr>
          <p:cNvPr id="24" name="Picture 2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59BBD4C-9A98-0D51-4F0C-E2971583341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116782" y="18174582"/>
            <a:ext cx="11096785" cy="7312628"/>
          </a:xfrm>
          <a:prstGeom prst="rect">
            <a:avLst/>
          </a:prstGeom>
        </p:spPr>
      </p:pic>
      <p:pic>
        <p:nvPicPr>
          <p:cNvPr id="28" name="Picture 27" descr="A blue square with black letters on it&#10;&#10;AI-generated content may be incorrect.">
            <a:extLst>
              <a:ext uri="{FF2B5EF4-FFF2-40B4-BE49-F238E27FC236}">
                <a16:creationId xmlns:a16="http://schemas.microsoft.com/office/drawing/2014/main" id="{D18CF416-A693-F0C4-2FD6-BF37123EE4C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0869857" y="15879563"/>
            <a:ext cx="1074330" cy="9417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C25D63D-F163-8211-4C8F-996D799E7838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5565563" y="26341490"/>
            <a:ext cx="10172997" cy="6668388"/>
          </a:xfrm>
          <a:prstGeom prst="rect">
            <a:avLst/>
          </a:prstGeom>
        </p:spPr>
      </p:pic>
      <p:pic>
        <p:nvPicPr>
          <p:cNvPr id="12" name="Picture 11" descr="A screenshot of a phone&#10;&#10;AI-generated content may be incorrect.">
            <a:extLst>
              <a:ext uri="{FF2B5EF4-FFF2-40B4-BE49-F238E27FC236}">
                <a16:creationId xmlns:a16="http://schemas.microsoft.com/office/drawing/2014/main" id="{5671546A-7153-0B1B-9D58-45E6FB17091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417235" y="15007328"/>
            <a:ext cx="4568231" cy="9814142"/>
          </a:xfrm>
          <a:prstGeom prst="rect">
            <a:avLst/>
          </a:prstGeom>
        </p:spPr>
      </p:pic>
      <p:pic>
        <p:nvPicPr>
          <p:cNvPr id="13" name="Picture 12" descr="A screenshot of a phone&#10;&#10;AI-generated content may be incorrect.">
            <a:extLst>
              <a:ext uri="{FF2B5EF4-FFF2-40B4-BE49-F238E27FC236}">
                <a16:creationId xmlns:a16="http://schemas.microsoft.com/office/drawing/2014/main" id="{39E61E14-39F7-29E7-0961-552C8A155A94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83926" y="15009872"/>
            <a:ext cx="4568231" cy="9809084"/>
          </a:xfrm>
          <a:prstGeom prst="rect">
            <a:avLst/>
          </a:prstGeom>
        </p:spPr>
      </p:pic>
      <p:pic>
        <p:nvPicPr>
          <p:cNvPr id="19" name="Picture 18" descr="A screenshot of a phone&#10;&#10;AI-generated content may be incorrect.">
            <a:extLst>
              <a:ext uri="{FF2B5EF4-FFF2-40B4-BE49-F238E27FC236}">
                <a16:creationId xmlns:a16="http://schemas.microsoft.com/office/drawing/2014/main" id="{22BA46DC-B2F1-31AC-1C95-0D2BB359AE06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483941" y="25332290"/>
            <a:ext cx="4568231" cy="9809084"/>
          </a:xfrm>
          <a:prstGeom prst="rect">
            <a:avLst/>
          </a:prstGeom>
        </p:spPr>
      </p:pic>
      <p:pic>
        <p:nvPicPr>
          <p:cNvPr id="20" name="Picture 19" descr="A screenshot of a phone&#10;&#10;AI-generated content may be incorrect.">
            <a:extLst>
              <a:ext uri="{FF2B5EF4-FFF2-40B4-BE49-F238E27FC236}">
                <a16:creationId xmlns:a16="http://schemas.microsoft.com/office/drawing/2014/main" id="{057A3641-375F-8634-E296-BFA20D4331DB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417250" y="25332277"/>
            <a:ext cx="4568231" cy="9809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194372"/>
      </p:ext>
    </p:extLst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30861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6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30861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6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ca2a57e-8138-4b57-956a-eb6e2c7049cc">
      <Terms xmlns="http://schemas.microsoft.com/office/infopath/2007/PartnerControls"/>
    </lcf76f155ced4ddcb4097134ff3c332f>
    <TaxCatchAll xmlns="1d2798d9-1030-4cc5-be7b-200f9e62865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5364877AF745B4281652B53F43C594A" ma:contentTypeVersion="15" ma:contentTypeDescription="Crie um novo documento." ma:contentTypeScope="" ma:versionID="440a6fbbcbce65e3f8e2bed610644788">
  <xsd:schema xmlns:xsd="http://www.w3.org/2001/XMLSchema" xmlns:xs="http://www.w3.org/2001/XMLSchema" xmlns:p="http://schemas.microsoft.com/office/2006/metadata/properties" xmlns:ns2="1d2798d9-1030-4cc5-be7b-200f9e628651" xmlns:ns3="8ca2a57e-8138-4b57-956a-eb6e2c7049cc" targetNamespace="http://schemas.microsoft.com/office/2006/metadata/properties" ma:root="true" ma:fieldsID="3ff20d9b6411658b7762fa2c08d7e1af" ns2:_="" ns3:_="">
    <xsd:import namespace="1d2798d9-1030-4cc5-be7b-200f9e628651"/>
    <xsd:import namespace="8ca2a57e-8138-4b57-956a-eb6e2c7049c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2798d9-1030-4cc5-be7b-200f9e628651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e2adbafb-c224-4d2e-8ca4-b5c3cc77204d}" ma:internalName="TaxCatchAll" ma:showField="CatchAllData" ma:web="1d2798d9-1030-4cc5-be7b-200f9e62865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a2a57e-8138-4b57-956a-eb6e2c7049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Marcações de imagem" ma:readOnly="false" ma:fieldId="{5cf76f15-5ced-4ddc-b409-7134ff3c332f}" ma:taxonomyMulti="true" ma:sspId="aeda4b81-a95b-4c43-add2-24b94db42d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C580D08-C850-4D98-9BB0-6190D1509D8A}">
  <ds:schemaRefs>
    <ds:schemaRef ds:uri="1d2798d9-1030-4cc5-be7b-200f9e628651"/>
    <ds:schemaRef ds:uri="8ca2a57e-8138-4b57-956a-eb6e2c7049c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20511531-72C6-41EA-909D-35A50B0891E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0583F25-0BD0-426F-9D18-6079E5A02729}">
  <ds:schemaRefs>
    <ds:schemaRef ds:uri="1d2798d9-1030-4cc5-be7b-200f9e628651"/>
    <ds:schemaRef ds:uri="8ca2a57e-8138-4b57-956a-eb6e2c7049c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Application>Microsoft Office PowerPoint</Application>
  <PresentationFormat>Custom</PresentationFormat>
  <Slides>1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Design padrão</vt:lpstr>
      <vt:lpstr>CT DEVS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Jr</dc:creator>
  <cp:revision>51</cp:revision>
  <dcterms:created xsi:type="dcterms:W3CDTF">2006-11-04T15:46:42Z</dcterms:created>
  <dcterms:modified xsi:type="dcterms:W3CDTF">2025-11-10T11:23:07Z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0x01010045364877AF745B4281652B53F43C594A</vt:lpwstr>
  </property>
</Properties>
</file>